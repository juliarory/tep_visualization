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57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308" y="3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6447E-A1A1-4523-B5D3-36A078C9E3D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49BC-9428-4ABE-8B7F-9B2EFEBC3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464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6447E-A1A1-4523-B5D3-36A078C9E3D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49BC-9428-4ABE-8B7F-9B2EFEBC3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06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6447E-A1A1-4523-B5D3-36A078C9E3D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49BC-9428-4ABE-8B7F-9B2EFEBC3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339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6447E-A1A1-4523-B5D3-36A078C9E3D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49BC-9428-4ABE-8B7F-9B2EFEBC3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35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6447E-A1A1-4523-B5D3-36A078C9E3D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49BC-9428-4ABE-8B7F-9B2EFEBC3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387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6447E-A1A1-4523-B5D3-36A078C9E3D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49BC-9428-4ABE-8B7F-9B2EFEBC3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7302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6447E-A1A1-4523-B5D3-36A078C9E3D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49BC-9428-4ABE-8B7F-9B2EFEBC3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8960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6447E-A1A1-4523-B5D3-36A078C9E3D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49BC-9428-4ABE-8B7F-9B2EFEBC3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465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6447E-A1A1-4523-B5D3-36A078C9E3D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49BC-9428-4ABE-8B7F-9B2EFEBC3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274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6447E-A1A1-4523-B5D3-36A078C9E3D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49BC-9428-4ABE-8B7F-9B2EFEBC3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8108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6447E-A1A1-4523-B5D3-36A078C9E3D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149BC-9428-4ABE-8B7F-9B2EFEBC3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19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6447E-A1A1-4523-B5D3-36A078C9E3D2}" type="datetimeFigureOut">
              <a:rPr lang="ru-RU" smtClean="0"/>
              <a:t>17.12.2025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149BC-9428-4ABE-8B7F-9B2EFEBC34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8377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графическая вставка, эмотикон, мультфильм, смайл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9F5984-9A16-7B2D-79F3-091A4D167D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4358" y="1714108"/>
            <a:ext cx="1715284" cy="1715284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4E37E3E-0277-3A2A-6A83-989F3397BDF5}"/>
              </a:ext>
            </a:extLst>
          </p:cNvPr>
          <p:cNvSpPr>
            <a:spLocks/>
          </p:cNvSpPr>
          <p:nvPr/>
        </p:nvSpPr>
        <p:spPr>
          <a:xfrm>
            <a:off x="7892716" y="-4500"/>
            <a:ext cx="1251284" cy="514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4C5A5E4-5713-46C0-45A0-5F3494775467}"/>
              </a:ext>
            </a:extLst>
          </p:cNvPr>
          <p:cNvSpPr>
            <a:spLocks/>
          </p:cNvSpPr>
          <p:nvPr/>
        </p:nvSpPr>
        <p:spPr>
          <a:xfrm>
            <a:off x="0" y="0"/>
            <a:ext cx="1251284" cy="514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23969BF-D74E-F879-0EFA-2E5283039152}"/>
              </a:ext>
            </a:extLst>
          </p:cNvPr>
          <p:cNvSpPr/>
          <p:nvPr/>
        </p:nvSpPr>
        <p:spPr>
          <a:xfrm>
            <a:off x="8768615" y="0"/>
            <a:ext cx="375385" cy="365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953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D344BA-3F65-87E8-C4C6-710287470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59FFFB1-36A6-682E-F2AA-AD1320DB97C6}"/>
              </a:ext>
            </a:extLst>
          </p:cNvPr>
          <p:cNvSpPr>
            <a:spLocks/>
          </p:cNvSpPr>
          <p:nvPr/>
        </p:nvSpPr>
        <p:spPr>
          <a:xfrm>
            <a:off x="7892716" y="-4500"/>
            <a:ext cx="1251284" cy="514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BF5FD80-7DB3-5724-03F6-B3922A7BB4B8}"/>
              </a:ext>
            </a:extLst>
          </p:cNvPr>
          <p:cNvSpPr>
            <a:spLocks/>
          </p:cNvSpPr>
          <p:nvPr/>
        </p:nvSpPr>
        <p:spPr>
          <a:xfrm>
            <a:off x="0" y="0"/>
            <a:ext cx="1251284" cy="514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 descr="Изображение выглядит как графическая вставка, Мультфильм, иллюстрация, эмотик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596F50D-79BE-6BEE-FEAF-74A0BA59E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3400" y="1713150"/>
            <a:ext cx="1717200" cy="17172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F459DFA-EEE4-C619-8D06-B1AA9C866A76}"/>
              </a:ext>
            </a:extLst>
          </p:cNvPr>
          <p:cNvSpPr/>
          <p:nvPr/>
        </p:nvSpPr>
        <p:spPr>
          <a:xfrm>
            <a:off x="8768615" y="0"/>
            <a:ext cx="375385" cy="365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551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CA2E94-8A24-CDA3-2398-FFA4A6CD5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184B8D9-B58D-6458-3BA8-0112D2F3A15D}"/>
              </a:ext>
            </a:extLst>
          </p:cNvPr>
          <p:cNvSpPr>
            <a:spLocks/>
          </p:cNvSpPr>
          <p:nvPr/>
        </p:nvSpPr>
        <p:spPr>
          <a:xfrm>
            <a:off x="7892716" y="-4500"/>
            <a:ext cx="1251284" cy="514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063266A-FAD0-2429-6C81-443BFAFD59D8}"/>
              </a:ext>
            </a:extLst>
          </p:cNvPr>
          <p:cNvSpPr>
            <a:spLocks/>
          </p:cNvSpPr>
          <p:nvPr/>
        </p:nvSpPr>
        <p:spPr>
          <a:xfrm>
            <a:off x="0" y="0"/>
            <a:ext cx="1251284" cy="514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графическая вставка, Графика, рисунок, иллюстрац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7295FC-748A-0AA6-DDA1-223BA5CA2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3400" y="1710900"/>
            <a:ext cx="1717200" cy="17172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BDF7BA4-549C-3472-3390-E9473F8F9DF3}"/>
              </a:ext>
            </a:extLst>
          </p:cNvPr>
          <p:cNvSpPr/>
          <p:nvPr/>
        </p:nvSpPr>
        <p:spPr>
          <a:xfrm>
            <a:off x="8768615" y="0"/>
            <a:ext cx="375385" cy="365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4030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98D46-5302-209A-0230-7C89EAC6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A41B0E-C36D-D340-CADB-1C04B5CD3CCD}"/>
              </a:ext>
            </a:extLst>
          </p:cNvPr>
          <p:cNvSpPr>
            <a:spLocks/>
          </p:cNvSpPr>
          <p:nvPr/>
        </p:nvSpPr>
        <p:spPr>
          <a:xfrm>
            <a:off x="7892716" y="-4500"/>
            <a:ext cx="1251284" cy="514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73DFB1B-92C9-8C07-9BD1-59A39E550D5C}"/>
              </a:ext>
            </a:extLst>
          </p:cNvPr>
          <p:cNvSpPr>
            <a:spLocks/>
          </p:cNvSpPr>
          <p:nvPr/>
        </p:nvSpPr>
        <p:spPr>
          <a:xfrm>
            <a:off x="0" y="0"/>
            <a:ext cx="1251284" cy="514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 descr="Изображение выглядит как графическая вставка, Мультфильм, иллюстрация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EDBA228-DE56-B646-E017-A055B4E71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3400" y="1710900"/>
            <a:ext cx="1717200" cy="17172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28C36A1-1ED4-7327-E11E-53CCEFF70651}"/>
              </a:ext>
            </a:extLst>
          </p:cNvPr>
          <p:cNvSpPr/>
          <p:nvPr/>
        </p:nvSpPr>
        <p:spPr>
          <a:xfrm>
            <a:off x="8768615" y="0"/>
            <a:ext cx="375385" cy="365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09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F7F7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9F1F9-D42C-DDE5-7D17-AB63FC75A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8167212-7970-3CC5-B944-B2A214F733F6}"/>
              </a:ext>
            </a:extLst>
          </p:cNvPr>
          <p:cNvSpPr>
            <a:spLocks/>
          </p:cNvSpPr>
          <p:nvPr/>
        </p:nvSpPr>
        <p:spPr>
          <a:xfrm>
            <a:off x="7892716" y="-4500"/>
            <a:ext cx="1251284" cy="514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29013C2-7487-1A4C-E885-B2293A71DACE}"/>
              </a:ext>
            </a:extLst>
          </p:cNvPr>
          <p:cNvSpPr>
            <a:spLocks/>
          </p:cNvSpPr>
          <p:nvPr/>
        </p:nvSpPr>
        <p:spPr>
          <a:xfrm>
            <a:off x="0" y="0"/>
            <a:ext cx="1251284" cy="514800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 descr="Изображение выглядит как графическая вставка, Мультфильм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15B93F-6D95-F049-373A-A41F0E0A4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13400" y="1710900"/>
            <a:ext cx="1717200" cy="171720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76A59B-0D3D-E9F4-7674-6FFAC9E8B363}"/>
              </a:ext>
            </a:extLst>
          </p:cNvPr>
          <p:cNvSpPr/>
          <p:nvPr/>
        </p:nvSpPr>
        <p:spPr>
          <a:xfrm>
            <a:off x="8768615" y="0"/>
            <a:ext cx="375385" cy="365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052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рейс, транспорт, крыло, Путешествие по воздуху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429F97E-A477-AE79-BA38-1475B4098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5"/>
            <a:ext cx="9144000" cy="5139329"/>
          </a:xfrm>
          <a:prstGeom prst="rect">
            <a:avLst/>
          </a:prstGeom>
        </p:spPr>
      </p:pic>
      <p:pic>
        <p:nvPicPr>
          <p:cNvPr id="6" name="Рисунок 5" descr="Изображение выглядит как самолет, рейс, снимок экрана, транспор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FB4C249-D940-0FC2-C22A-A79287D63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5"/>
            <a:ext cx="9144000" cy="5139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4644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Тема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0</Words>
  <Application>Microsoft Office PowerPoint</Application>
  <PresentationFormat>Экран (16:9)</PresentationFormat>
  <Paragraphs>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Юлия Шевцова</dc:creator>
  <cp:lastModifiedBy>Юлия Шевцова</cp:lastModifiedBy>
  <cp:revision>2</cp:revision>
  <dcterms:created xsi:type="dcterms:W3CDTF">2025-12-16T23:13:23Z</dcterms:created>
  <dcterms:modified xsi:type="dcterms:W3CDTF">2025-12-16T23:29:17Z</dcterms:modified>
</cp:coreProperties>
</file>